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65c59cbf8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65c59cbf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65c59cbf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65c59cbf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69ce43beb_2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69ce43beb_2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69ce43beb_2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69ce43beb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65c59cbf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65c59cbf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65c59cbf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65c59cbf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674b0e950_3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674b0e950_3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674b0e950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674b0e950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65c59cb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65c59cb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65c59cbf8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65c59cbf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65c59cbf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65c59cbf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65c59cbf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65c59cbf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69ce43beb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69ce43beb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674b0e950_5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674b0e950_5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65c59cbf8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65c59cbf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65c59cbf8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65c59cbf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674b0e950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674b0e950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65c59cbf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65c59cbf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65c59cbf8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65c59cbf8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65c59cbf8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a65c59cbf8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mac785/ROS2-Dicebo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Relationship Id="rId4" Type="http://schemas.openxmlformats.org/officeDocument/2006/relationships/image" Target="../media/image11.jpg"/><Relationship Id="rId5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www.youtube.com/watch?v=4z1GpTMS2zc" TargetMode="External"/><Relationship Id="rId4" Type="http://schemas.openxmlformats.org/officeDocument/2006/relationships/image" Target="../media/image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github.com/mgonzs13/yolo_ros" TargetMode="External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Dicebot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12 Tech-no Logic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Jamie Moseley, Yifan Shi, Chia-</a:t>
            </a:r>
            <a:r>
              <a:rPr lang="en"/>
              <a:t>Y</a:t>
            </a:r>
            <a:r>
              <a:rPr lang="en"/>
              <a:t>en Tsou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 to github repo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https://github.com/mac785/ROS2-Dicebot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Requirements: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Webcam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Docker </a:t>
            </a:r>
            <a:r>
              <a:rPr lang="en"/>
              <a:t>installation</a:t>
            </a:r>
            <a:r>
              <a:rPr lang="en"/>
              <a:t> (don’t recommend building locally for reasons which will be explained later)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Game controller (we used a Dualsense 5)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Dice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Goals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goal of this project was to have a robot move according to dice roll outcomes, all running in ROS2.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Using computer vision, the robot would identify the results of a dice roll. It would then sum the value of the opposite faces of the dice.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robot would then signal the opposite-face sum by writing it out.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robot used would be the Yahboom DOFBOT-Pro 6-Axis Arm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Things did not go as planned!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Roadblocks we faced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Broken/unreliable hardware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Outdated codebase (Based on ROS1)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Python version conflicts (Specifically as result of Ultralytics/YOLO)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Virtual environments (venv, conda, pixi, etc) did not work for us</a:t>
            </a:r>
            <a:endParaRPr/>
          </a:p>
        </p:txBody>
      </p:sp>
      <p:pic>
        <p:nvPicPr>
          <p:cNvPr id="79" name="Google Shape;79;p17" title="Image.jpeg"/>
          <p:cNvPicPr preferRelativeResize="0"/>
          <p:nvPr/>
        </p:nvPicPr>
        <p:blipFill rotWithShape="1">
          <a:blip r:embed="rId3">
            <a:alphaModFix/>
          </a:blip>
          <a:srcRect b="22851" l="0" r="0" t="44117"/>
          <a:stretch/>
        </p:blipFill>
        <p:spPr>
          <a:xfrm>
            <a:off x="130950" y="3374700"/>
            <a:ext cx="2711418" cy="1194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7" title="Image1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3825" y="3013975"/>
            <a:ext cx="1544794" cy="205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 title="Image2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50076" y="3013988"/>
            <a:ext cx="1544800" cy="2059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we ended up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Dockerized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ROS2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Car-like robot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Computer vision for dice identification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Joystick implementation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Gazebo simulation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Launch files</a:t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106" y="2183850"/>
            <a:ext cx="3652725" cy="272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0202" y="104401"/>
            <a:ext cx="3543649" cy="199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Ultralytics/YOLO requires old python libraries and wanted to use exclusively the system-level python, completely ignoring any virtual environments.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Docker</a:t>
            </a:r>
            <a:r>
              <a:rPr lang="en"/>
              <a:t> solved all of our problems with getting the correct python libraries, and helped us make more robust packages.</a:t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2905" y="2719300"/>
            <a:ext cx="2371549" cy="236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2450" y="2852022"/>
            <a:ext cx="3520926" cy="186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- more robust packages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Starting from a minimum container image - cannot assume all dependencies are downloaded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ROS2 has a tool called rosdep which can pull all necessary dependencies as long as they are ros related and declared explicitly in the package’s package.xml file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Configuring the Dockerfile to use rosdep and minimize explicit downloads forced us to make the packages more complete</a:t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 rotWithShape="1">
          <a:blip r:embed="rId3">
            <a:alphaModFix/>
          </a:blip>
          <a:srcRect b="0" l="49474" r="0" t="0"/>
          <a:stretch/>
        </p:blipFill>
        <p:spPr>
          <a:xfrm>
            <a:off x="6880700" y="3181725"/>
            <a:ext cx="1609825" cy="1961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- Docker Compose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compose made it easy to map all our devices, displays, and directories from our host machine to the container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Allows us to easily have many terminal windows going to the same container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was a big improvement in our ability to iteratively program</a:t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0475" y="2838075"/>
            <a:ext cx="2545674" cy="221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overview of ROS2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ROS2 operates on a </a:t>
            </a:r>
            <a:r>
              <a:rPr lang="en"/>
              <a:t>system</a:t>
            </a:r>
            <a:r>
              <a:rPr lang="en"/>
              <a:t> of topics and nodes.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node can publish to a topic, which any other node can listen to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Topics can be of any message type you want, but there are some built-in types for common use</a:t>
            </a:r>
            <a:br>
              <a:rPr lang="en"/>
            </a:br>
            <a:r>
              <a:rPr lang="en"/>
              <a:t>	int, float, arrays of ints/floats, Twist (linear and angular velocity), etc</a:t>
            </a:r>
            <a:endParaRPr/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7575" y="4059045"/>
            <a:ext cx="4396326" cy="108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ROS2 Graph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13" y="10731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different subsystems: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800"/>
              <a:buAutoNum type="arabicPeriod"/>
            </a:pPr>
            <a:r>
              <a:rPr lang="en">
                <a:solidFill>
                  <a:srgbClr val="FF0000"/>
                </a:solidFill>
              </a:rPr>
              <a:t>Webcam</a:t>
            </a:r>
            <a:endParaRPr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AutoNum type="arabicPeriod"/>
            </a:pPr>
            <a:r>
              <a:rPr lang="en">
                <a:solidFill>
                  <a:srgbClr val="0000FF"/>
                </a:solidFill>
              </a:rPr>
              <a:t>Joystick</a:t>
            </a:r>
            <a:endParaRPr>
              <a:solidFill>
                <a:srgbClr val="0000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AutoNum type="arabicPeriod"/>
            </a:pPr>
            <a:r>
              <a:rPr lang="en">
                <a:solidFill>
                  <a:srgbClr val="38761D"/>
                </a:solidFill>
              </a:rPr>
              <a:t>Sensor </a:t>
            </a:r>
            <a:r>
              <a:rPr lang="en">
                <a:solidFill>
                  <a:srgbClr val="38761D"/>
                </a:solidFill>
              </a:rPr>
              <a:t>Interpretation</a:t>
            </a:r>
            <a:r>
              <a:rPr lang="en">
                <a:solidFill>
                  <a:srgbClr val="38761D"/>
                </a:solidFill>
              </a:rPr>
              <a:t> and Command (SIC)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AutoNum type="arabicPeriod"/>
            </a:pPr>
            <a:r>
              <a:rPr lang="en">
                <a:solidFill>
                  <a:srgbClr val="FF9900"/>
                </a:solidFill>
              </a:rPr>
              <a:t>Gazebo</a:t>
            </a:r>
            <a:endParaRPr>
              <a:solidFill>
                <a:srgbClr val="FF9900"/>
              </a:solidFill>
            </a:endParaRPr>
          </a:p>
        </p:txBody>
      </p:sp>
      <p:grpSp>
        <p:nvGrpSpPr>
          <p:cNvPr id="125" name="Google Shape;125;p23"/>
          <p:cNvGrpSpPr/>
          <p:nvPr/>
        </p:nvGrpSpPr>
        <p:grpSpPr>
          <a:xfrm>
            <a:off x="213938" y="3835675"/>
            <a:ext cx="8716125" cy="653875"/>
            <a:chOff x="213975" y="1582625"/>
            <a:chExt cx="8716125" cy="653875"/>
          </a:xfrm>
        </p:grpSpPr>
        <p:pic>
          <p:nvPicPr>
            <p:cNvPr id="126" name="Google Shape;126;p23" title="rosgraph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13987" y="1733999"/>
              <a:ext cx="8716027" cy="425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Google Shape;127;p23"/>
            <p:cNvSpPr/>
            <p:nvPr/>
          </p:nvSpPr>
          <p:spPr>
            <a:xfrm>
              <a:off x="412150" y="1582625"/>
              <a:ext cx="2829900" cy="335100"/>
            </a:xfrm>
            <a:prstGeom prst="rect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3"/>
            <p:cNvSpPr/>
            <p:nvPr/>
          </p:nvSpPr>
          <p:spPr>
            <a:xfrm>
              <a:off x="213975" y="1915225"/>
              <a:ext cx="3028200" cy="2883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3"/>
            <p:cNvSpPr/>
            <p:nvPr/>
          </p:nvSpPr>
          <p:spPr>
            <a:xfrm>
              <a:off x="2769575" y="1734000"/>
              <a:ext cx="2764200" cy="380400"/>
            </a:xfrm>
            <a:prstGeom prst="rect">
              <a:avLst/>
            </a:prstGeom>
            <a:noFill/>
            <a:ln cap="flat" cmpd="sng" w="9525">
              <a:solidFill>
                <a:srgbClr val="00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3"/>
            <p:cNvSpPr/>
            <p:nvPr/>
          </p:nvSpPr>
          <p:spPr>
            <a:xfrm>
              <a:off x="5143500" y="1734000"/>
              <a:ext cx="3786600" cy="502500"/>
            </a:xfrm>
            <a:prstGeom prst="rect">
              <a:avLst/>
            </a:prstGeom>
            <a:noFill/>
            <a:ln cap="flat" cmpd="sng" w="9525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Vision - Webcam and YOLO</a:t>
            </a:r>
            <a:endParaRPr/>
          </a:p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webcam_publisher: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publishes raw webcam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dice_detector: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Reads messages with raw camera feed images,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Looks at the camera feed to determine the dice roll values using YOLO, and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Publishes </a:t>
            </a:r>
            <a:r>
              <a:rPr lang="en"/>
              <a:t>the sum of the opposite faces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YOLO provided by Ultralytics python package</a:t>
            </a:r>
            <a:endParaRPr/>
          </a:p>
        </p:txBody>
      </p:sp>
      <p:grpSp>
        <p:nvGrpSpPr>
          <p:cNvPr id="137" name="Google Shape;137;p24"/>
          <p:cNvGrpSpPr/>
          <p:nvPr/>
        </p:nvGrpSpPr>
        <p:grpSpPr>
          <a:xfrm>
            <a:off x="961303" y="4153066"/>
            <a:ext cx="6527280" cy="572689"/>
            <a:chOff x="213975" y="1871300"/>
            <a:chExt cx="3786565" cy="332225"/>
          </a:xfrm>
        </p:grpSpPr>
        <p:pic>
          <p:nvPicPr>
            <p:cNvPr id="138" name="Google Shape;138;p24" title="rosgraph.png"/>
            <p:cNvPicPr preferRelativeResize="0"/>
            <p:nvPr/>
          </p:nvPicPr>
          <p:blipFill rotWithShape="1">
            <a:blip r:embed="rId3">
              <a:alphaModFix/>
            </a:blip>
            <a:srcRect b="0" l="0" r="56555" t="32258"/>
            <a:stretch/>
          </p:blipFill>
          <p:spPr>
            <a:xfrm>
              <a:off x="213988" y="1871300"/>
              <a:ext cx="3786552" cy="288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" name="Google Shape;139;p24"/>
            <p:cNvSpPr/>
            <p:nvPr/>
          </p:nvSpPr>
          <p:spPr>
            <a:xfrm>
              <a:off x="213975" y="1915225"/>
              <a:ext cx="3028200" cy="288300"/>
            </a:xfrm>
            <a:prstGeom prst="rect">
              <a:avLst/>
            </a:prstGeom>
            <a:noFill/>
            <a:ln cap="flat" cmpd="sng" w="164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57600" lIns="157600" spcFirstLastPara="1" rIns="157600" wrap="square" tIns="1576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13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Controller</a:t>
            </a:r>
            <a:endParaRPr/>
          </a:p>
        </p:txBody>
      </p:sp>
      <p:sp>
        <p:nvSpPr>
          <p:cNvPr id="145" name="Google Shape;14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</a:t>
            </a:r>
            <a:r>
              <a:rPr lang="en"/>
              <a:t>oy_node: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Listens to specified joystick seen by the operating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dualsense_node: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Takes the raw joystick data, and publishes a simplified, trimmed-down set of data</a:t>
            </a:r>
            <a:endParaRPr/>
          </a:p>
        </p:txBody>
      </p:sp>
      <p:grpSp>
        <p:nvGrpSpPr>
          <p:cNvPr id="146" name="Google Shape;146;p25"/>
          <p:cNvGrpSpPr/>
          <p:nvPr/>
        </p:nvGrpSpPr>
        <p:grpSpPr>
          <a:xfrm>
            <a:off x="964524" y="3824951"/>
            <a:ext cx="7093382" cy="906060"/>
            <a:chOff x="213950" y="3835675"/>
            <a:chExt cx="3808527" cy="486475"/>
          </a:xfrm>
        </p:grpSpPr>
        <p:pic>
          <p:nvPicPr>
            <p:cNvPr id="147" name="Google Shape;147;p25" title="rosgraph.png"/>
            <p:cNvPicPr preferRelativeResize="0"/>
            <p:nvPr/>
          </p:nvPicPr>
          <p:blipFill rotWithShape="1">
            <a:blip r:embed="rId3">
              <a:alphaModFix/>
            </a:blip>
            <a:srcRect b="21266" l="0" r="56305" t="0"/>
            <a:stretch/>
          </p:blipFill>
          <p:spPr>
            <a:xfrm>
              <a:off x="213950" y="3987050"/>
              <a:ext cx="3808527" cy="335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" name="Google Shape;148;p25"/>
            <p:cNvSpPr/>
            <p:nvPr/>
          </p:nvSpPr>
          <p:spPr>
            <a:xfrm>
              <a:off x="412113" y="3835675"/>
              <a:ext cx="2829900" cy="335100"/>
            </a:xfrm>
            <a:prstGeom prst="rect">
              <a:avLst/>
            </a:prstGeom>
            <a:noFill/>
            <a:ln cap="flat" cmpd="sng" w="177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70275" lIns="170275" spcFirstLastPara="1" rIns="170275" wrap="square" tIns="170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607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 Interpretation and Command</a:t>
            </a:r>
            <a:endParaRPr/>
          </a:p>
        </p:txBody>
      </p:sp>
      <p:sp>
        <p:nvSpPr>
          <p:cNvPr id="154" name="Google Shape;15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Connective tissue of our robot program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rigger_node: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Reads button states and dice sums to determine how the robot should move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Publishes velocity the robot should move at (linear, angular)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Velocity is (sum of opposite sides of dice) * (some scale factor)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lang="en"/>
              <a:t>os_gz_bridge: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Reads</a:t>
            </a:r>
            <a:r>
              <a:rPr lang="en"/>
              <a:t> the velocity instruction, translates the velocity information into joint state of the robot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Publishes it as /joint_states topic</a:t>
            </a:r>
            <a:endParaRPr/>
          </a:p>
        </p:txBody>
      </p:sp>
      <p:grpSp>
        <p:nvGrpSpPr>
          <p:cNvPr id="155" name="Google Shape;155;p26"/>
          <p:cNvGrpSpPr/>
          <p:nvPr/>
        </p:nvGrpSpPr>
        <p:grpSpPr>
          <a:xfrm>
            <a:off x="274823" y="4434613"/>
            <a:ext cx="8594355" cy="522041"/>
            <a:chOff x="1923373" y="1734000"/>
            <a:chExt cx="7006648" cy="425600"/>
          </a:xfrm>
        </p:grpSpPr>
        <p:pic>
          <p:nvPicPr>
            <p:cNvPr id="156" name="Google Shape;156;p26" title="rosgraph.png"/>
            <p:cNvPicPr preferRelativeResize="0"/>
            <p:nvPr/>
          </p:nvPicPr>
          <p:blipFill rotWithShape="1">
            <a:blip r:embed="rId3">
              <a:alphaModFix/>
            </a:blip>
            <a:srcRect b="0" l="19614" r="0" t="0"/>
            <a:stretch/>
          </p:blipFill>
          <p:spPr>
            <a:xfrm>
              <a:off x="1923373" y="1734000"/>
              <a:ext cx="7006648" cy="425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26"/>
            <p:cNvSpPr/>
            <p:nvPr/>
          </p:nvSpPr>
          <p:spPr>
            <a:xfrm>
              <a:off x="2769575" y="1734000"/>
              <a:ext cx="2764200" cy="380400"/>
            </a:xfrm>
            <a:prstGeom prst="rect">
              <a:avLst/>
            </a:prstGeom>
            <a:noFill/>
            <a:ln cap="flat" cmpd="sng" w="11675">
              <a:solidFill>
                <a:srgbClr val="00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2150" lIns="112150" spcFirstLastPara="1" rIns="112150" wrap="square" tIns="112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7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Gazebo</a:t>
            </a:r>
            <a:endParaRPr/>
          </a:p>
        </p:txBody>
      </p:sp>
      <p:sp>
        <p:nvSpPr>
          <p:cNvPr id="163" name="Google Shape;16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robot_state_publisher reads the urdf file information about the robot geometry, mass and inertia.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 it receives the real-time joint states </a:t>
            </a:r>
            <a:r>
              <a:rPr lang="en"/>
              <a:t>information</a:t>
            </a:r>
            <a:r>
              <a:rPr lang="en"/>
              <a:t> from the ros_gz_bridge, it publishes the transform message to gazebo.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Gazebo simulator has plugins to specify behavior of the robot in the scene. It configures the joint state based of the robot type (left/right wheel for wheel robot) which enable Gazebo to simulate more accurately based on the robot type.</a:t>
            </a:r>
            <a:endParaRPr/>
          </a:p>
        </p:txBody>
      </p:sp>
      <p:grpSp>
        <p:nvGrpSpPr>
          <p:cNvPr id="164" name="Google Shape;164;p27"/>
          <p:cNvGrpSpPr/>
          <p:nvPr/>
        </p:nvGrpSpPr>
        <p:grpSpPr>
          <a:xfrm>
            <a:off x="1880699" y="277794"/>
            <a:ext cx="7053111" cy="774151"/>
            <a:chOff x="4352238" y="1734000"/>
            <a:chExt cx="4577862" cy="502500"/>
          </a:xfrm>
        </p:grpSpPr>
        <p:pic>
          <p:nvPicPr>
            <p:cNvPr id="165" name="Google Shape;165;p27" title="rosgraph.png"/>
            <p:cNvPicPr preferRelativeResize="0"/>
            <p:nvPr/>
          </p:nvPicPr>
          <p:blipFill rotWithShape="1">
            <a:blip r:embed="rId3">
              <a:alphaModFix/>
            </a:blip>
            <a:srcRect b="0" l="47478" r="0" t="0"/>
            <a:stretch/>
          </p:blipFill>
          <p:spPr>
            <a:xfrm>
              <a:off x="4352238" y="1734000"/>
              <a:ext cx="4577777" cy="425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27"/>
            <p:cNvSpPr/>
            <p:nvPr/>
          </p:nvSpPr>
          <p:spPr>
            <a:xfrm>
              <a:off x="5143500" y="1734000"/>
              <a:ext cx="3786600" cy="502500"/>
            </a:xfrm>
            <a:prstGeom prst="rect">
              <a:avLst/>
            </a:prstGeom>
            <a:noFill/>
            <a:ln cap="flat" cmpd="sng" w="14675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0850" lIns="140850" spcFirstLastPara="1" rIns="140850" wrap="square" tIns="140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56"/>
            </a:p>
          </p:txBody>
        </p:sp>
      </p:grpSp>
      <p:pic>
        <p:nvPicPr>
          <p:cNvPr id="167" name="Google Shape;167;p27" title="Gazebo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0185" y="4369350"/>
            <a:ext cx="3183616" cy="77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ROS2 Launch Files</a:t>
            </a:r>
            <a:endParaRPr/>
          </a:p>
        </p:txBody>
      </p:sp>
      <p:sp>
        <p:nvSpPr>
          <p:cNvPr id="173" name="Google Shape;17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Tired of opening 10000 different terminal windows to launch all your nodes? Use a launch file!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is especially useful for our project because we were operating inside a Docker container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Six windows, six</a:t>
            </a:r>
            <a:br>
              <a:rPr lang="en"/>
            </a:br>
            <a:r>
              <a:rPr lang="en"/>
              <a:t>commands vs</a:t>
            </a:r>
            <a:br>
              <a:rPr lang="en"/>
            </a:br>
            <a:r>
              <a:rPr lang="en"/>
              <a:t>one of each!</a:t>
            </a:r>
            <a:endParaRPr/>
          </a:p>
        </p:txBody>
      </p:sp>
      <p:pic>
        <p:nvPicPr>
          <p:cNvPr id="174" name="Google Shape;17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1074" y="2538775"/>
            <a:ext cx="2577025" cy="2466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8"/>
          <p:cNvPicPr preferRelativeResize="0"/>
          <p:nvPr/>
        </p:nvPicPr>
        <p:blipFill rotWithShape="1">
          <a:blip r:embed="rId4">
            <a:alphaModFix/>
          </a:blip>
          <a:srcRect b="1306" l="704" r="0" t="1897"/>
          <a:stretch/>
        </p:blipFill>
        <p:spPr>
          <a:xfrm>
            <a:off x="5132500" y="2992513"/>
            <a:ext cx="3867150" cy="193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Time!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Video</a:t>
            </a:r>
            <a:endParaRPr/>
          </a:p>
        </p:txBody>
      </p:sp>
      <p:pic>
        <p:nvPicPr>
          <p:cNvPr descr="Team 12 Technologic Application Programming for Engineers final project demo.&#10;&#10;See more at: [Github link pending youtube verification :/]" id="186" name="Google Shape;186;p30" title="Dicebot Dem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9138" y="1475863"/>
            <a:ext cx="5445725" cy="306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Lessons Learned</a:t>
            </a:r>
            <a:endParaRPr/>
          </a:p>
        </p:txBody>
      </p:sp>
      <p:sp>
        <p:nvSpPr>
          <p:cNvPr id="192" name="Google Shape;19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Docker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Don’t commit to hardware you aren’t familiar with, or may otherwise be unreliable. This is especially true for short-term projects such as this.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you plan to use YOLO with ROS2, please start at this github repo:</a:t>
            </a:r>
            <a:br>
              <a:rPr lang="en"/>
            </a:br>
            <a:r>
              <a:rPr lang="en" u="sng">
                <a:solidFill>
                  <a:schemeClr val="hlink"/>
                </a:solidFill>
                <a:hlinkClick r:id="rId3"/>
              </a:rPr>
              <a:t>https://github.com/mgonzs13/yolo_ros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Have well defined topics and message formats to enable easier parallel development if working with ROS2</a:t>
            </a:r>
            <a:endParaRPr/>
          </a:p>
        </p:txBody>
      </p:sp>
      <p:pic>
        <p:nvPicPr>
          <p:cNvPr id="193" name="Google Shape;19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4625" y="0"/>
            <a:ext cx="2989375" cy="1681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Changes</a:t>
            </a:r>
            <a:endParaRPr/>
          </a:p>
        </p:txBody>
      </p:sp>
      <p:sp>
        <p:nvSpPr>
          <p:cNvPr id="199" name="Google Shape;19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Improve YOLO model - better dataset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Integrate with a more sophisticated robot, either in Gazebo or physical hardware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More sophisticated movements, more diverse set of outcomes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More feature-rich control scheme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Improve Dockerfile so that builds are faster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205" name="Google Shape;205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12: Tech-no Logic</a:t>
            </a:r>
            <a:endParaRPr/>
          </a:p>
        </p:txBody>
      </p:sp>
      <p:sp>
        <p:nvSpPr>
          <p:cNvPr id="206" name="Google Shape;206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Delegation of effort: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Jamie Moseley: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Docker, YOLO, Joystick, and Webcam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Yifan Shi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Gazebo and RVIZ config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Chia-Yen Tsou: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Integration and debug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